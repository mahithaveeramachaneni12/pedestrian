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F148-D33B-82F6-962C-998D1C8C4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4AC30-19CC-0D74-252A-7484DF95D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B44C-F5C3-3914-5D20-DA67C327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0BED3-33EA-B644-0C2A-32315E0A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88C29-48DF-3E37-CADD-B21C51EF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7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07D0-236E-1568-9F00-09EEF58C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1FB98-0327-6D8F-07C9-686DD2327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897E-609A-D351-FCBE-E4C33B08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47383-04DF-BA66-61C7-3E7CCB5E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C1018-EEC9-BD79-9AA6-E97CD95F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3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83E5-0DB2-FE49-DAFD-A475AC2BE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77C7F-EC2A-5D0C-6156-99C23BCF7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D4FB3-F538-76B0-1909-55B6D23A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487C-BD1A-DA4B-EDB0-28271F8C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59629-8F79-A42D-E886-E705C0E5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7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BAA7-D18E-4ECD-00A9-53998FF4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6C966-98D0-420E-2421-F992D7F1B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4833B-3A23-1E7B-C243-48CF60457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8192E-C5AF-B1D3-AC11-5F944BAA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03ABE-96ED-ECB2-F535-B58177BE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56F44-1DE2-81AB-8FA8-E72DBBAF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3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AA4E-4E5C-C98E-B74E-D3A5E826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9FD9D-BC3A-43A6-A00A-76C8FFE26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FF371-FC6F-1122-7869-A00464604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E13DD-1491-DC07-3CDD-E253439C3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E8C2D-5A68-B72F-6E94-8C128F449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CC7AC5-65EA-3986-4518-A9F97ED2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BB15E-50E8-29BE-5B31-F2701610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1C144-5F19-5B74-A141-A9067697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4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B881-1F93-B273-F52F-5D823901E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94CC2-DC75-A9A4-8614-4AD5AD1F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BF89B-7DD7-9E40-92DC-06A51F149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71063-6BF8-F458-1AFC-44BFB5A8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3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061E2-48BC-A6BE-75C5-6E8A8291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87912-4A80-33E8-A190-2ABA2159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99757-6B6D-9A4A-E1A8-452A0EA7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1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766A-F1D3-FB98-313C-E481ED74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D44D3-6984-45A7-F1B7-BFDA55923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660BD-A25B-1CDE-0DC4-9ACFEF08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CBE9-469F-D92A-74BA-BF9ADA90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9316-FE96-3BB9-8D58-6207A30F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FCAF2-0FB1-3DC6-61DF-38BCF815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7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E414-5D98-A581-B2D8-8579E9BB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153DA-0E54-1DB4-06FB-5489566F3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7AA15-DCE9-A0EF-5EBB-2246C4757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F9A4C-EE44-962D-761A-97322826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EC912-52B2-4D2D-9479-2F466A95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9D339-A29F-29CC-ED81-08B27142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D238-3D01-5448-1B96-95C8B2A9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88175-820D-21DD-15D3-8DE05C12A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40852-6DA7-835F-218A-B6A25C2B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973A5-5DCD-FECF-5E36-D1B319C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73FFB-F157-5801-C4BB-FBFA75F4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0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B0D6E-A4AC-3E63-847F-A60CBDCE6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F848-5CC8-E3A2-AE1D-868F1E48E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ED5DE-E4D3-9B6B-BB66-6403D439D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9526-9CAD-D8F0-485C-724A7740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10E75-D229-E665-5A3F-C10FF66A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6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72CF2-F198-6335-6A94-B040373E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387FB-6841-F015-A235-1F0D56D88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79BD1-B915-D959-086C-053B4A16B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4EF01-77B7-2E48-9F7F-C44BC4A0684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24392-7A58-AFFA-F4DB-3550B379A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DF9A7-95DA-3BE7-86A5-A3C503F0E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9D1C4-4317-1E48-84D9-600000EAC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7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16AE24-1C8D-A06E-BBFB-917A77606829}"/>
              </a:ext>
            </a:extLst>
          </p:cNvPr>
          <p:cNvCxnSpPr>
            <a:cxnSpLocks/>
          </p:cNvCxnSpPr>
          <p:nvPr/>
        </p:nvCxnSpPr>
        <p:spPr>
          <a:xfrm>
            <a:off x="3587329" y="457432"/>
            <a:ext cx="717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6871150-D2CC-C1A5-21CB-11BD5542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99" y="19877"/>
            <a:ext cx="1527546" cy="8332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6CBC35-493D-A1DE-85DE-AB9EA44E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781" y="198989"/>
            <a:ext cx="800100" cy="5842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E9D23A-AEDC-D8E7-C470-A5AEBFE85D35}"/>
              </a:ext>
            </a:extLst>
          </p:cNvPr>
          <p:cNvCxnSpPr>
            <a:cxnSpLocks/>
          </p:cNvCxnSpPr>
          <p:nvPr/>
        </p:nvCxnSpPr>
        <p:spPr>
          <a:xfrm>
            <a:off x="5817817" y="456835"/>
            <a:ext cx="1357771" cy="10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81AF06-4822-ABEB-BE45-2C16D0663591}"/>
              </a:ext>
            </a:extLst>
          </p:cNvPr>
          <p:cNvCxnSpPr>
            <a:cxnSpLocks/>
          </p:cNvCxnSpPr>
          <p:nvPr/>
        </p:nvCxnSpPr>
        <p:spPr>
          <a:xfrm>
            <a:off x="2543687" y="1811619"/>
            <a:ext cx="857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E4B5F0D-05B0-6D70-183B-367A1E55742E}"/>
              </a:ext>
            </a:extLst>
          </p:cNvPr>
          <p:cNvCxnSpPr>
            <a:cxnSpLocks/>
            <a:stCxn id="10" idx="3"/>
            <a:endCxn id="18" idx="3"/>
          </p:cNvCxnSpPr>
          <p:nvPr/>
        </p:nvCxnSpPr>
        <p:spPr>
          <a:xfrm flipH="1">
            <a:off x="7294308" y="491089"/>
            <a:ext cx="645573" cy="704380"/>
          </a:xfrm>
          <a:prstGeom prst="bentConnector3">
            <a:avLst>
              <a:gd name="adj1" fmla="val -354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9EED136-1D35-ADFE-F1E1-06443DBF5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258" y="1044279"/>
            <a:ext cx="309050" cy="3023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E887E2-2DD4-EDCB-ABA5-D3C371641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13" y="1417825"/>
            <a:ext cx="1410568" cy="749673"/>
          </a:xfrm>
          <a:prstGeom prst="rect">
            <a:avLst/>
          </a:prstGeom>
        </p:spPr>
      </p:pic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409E096-35B0-2DE4-B890-AEE1048A5A88}"/>
              </a:ext>
            </a:extLst>
          </p:cNvPr>
          <p:cNvCxnSpPr>
            <a:cxnSpLocks/>
          </p:cNvCxnSpPr>
          <p:nvPr/>
        </p:nvCxnSpPr>
        <p:spPr>
          <a:xfrm flipV="1">
            <a:off x="4123234" y="1195470"/>
            <a:ext cx="2862024" cy="248917"/>
          </a:xfrm>
          <a:prstGeom prst="bentConnector3">
            <a:avLst>
              <a:gd name="adj1" fmla="val 2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3F534D-7A7C-97D4-043E-EA823503EE92}"/>
              </a:ext>
            </a:extLst>
          </p:cNvPr>
          <p:cNvCxnSpPr>
            <a:cxnSpLocks/>
          </p:cNvCxnSpPr>
          <p:nvPr/>
        </p:nvCxnSpPr>
        <p:spPr>
          <a:xfrm>
            <a:off x="4852372" y="1792661"/>
            <a:ext cx="505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38CC964-8B7C-9077-759B-8CFB129E0184}"/>
              </a:ext>
            </a:extLst>
          </p:cNvPr>
          <p:cNvSpPr/>
          <p:nvPr/>
        </p:nvSpPr>
        <p:spPr>
          <a:xfrm>
            <a:off x="5396757" y="1585709"/>
            <a:ext cx="1212111" cy="489098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E6A8000-93AD-61AF-6093-F86629E44D59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139783" y="1346659"/>
            <a:ext cx="0" cy="341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36CEB4F0-EFC7-D1B1-2354-802C41FBA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258" y="1688377"/>
            <a:ext cx="309047" cy="301509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BA5341C-2F8C-8BE1-0D55-AAA5CE09068B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703850" y="1839132"/>
            <a:ext cx="281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EF74B38-D464-A013-89C6-716D5352123F}"/>
              </a:ext>
            </a:extLst>
          </p:cNvPr>
          <p:cNvCxnSpPr>
            <a:cxnSpLocks/>
          </p:cNvCxnSpPr>
          <p:nvPr/>
        </p:nvCxnSpPr>
        <p:spPr>
          <a:xfrm>
            <a:off x="7294305" y="1836428"/>
            <a:ext cx="1457471" cy="2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A road with cars on it&#10;&#10;AI-generated content may be incorrect.">
            <a:extLst>
              <a:ext uri="{FF2B5EF4-FFF2-40B4-BE49-F238E27FC236}">
                <a16:creationId xmlns:a16="http://schemas.microsoft.com/office/drawing/2014/main" id="{1E3EDD2A-BC31-F2FB-51B9-191BA09E57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716" y="1137852"/>
            <a:ext cx="2140740" cy="1384811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F1E29A92-02F7-E23F-F72C-E5B7F0230278}"/>
              </a:ext>
            </a:extLst>
          </p:cNvPr>
          <p:cNvSpPr txBox="1"/>
          <p:nvPr/>
        </p:nvSpPr>
        <p:spPr>
          <a:xfrm>
            <a:off x="9503714" y="457432"/>
            <a:ext cx="1534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Descriptions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3C3740B-8A70-0874-38D3-AAF8D82B58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7161" y="785477"/>
            <a:ext cx="2967822" cy="1615180"/>
          </a:xfrm>
          <a:prstGeom prst="rect">
            <a:avLst/>
          </a:prstGeom>
        </p:spPr>
      </p:pic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EBBC05CF-0235-0433-A181-A1DF8DB7BD1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28188" y="2709608"/>
            <a:ext cx="9221588" cy="3511089"/>
          </a:xfrm>
          <a:prstGeom prst="bentConnector3">
            <a:avLst>
              <a:gd name="adj1" fmla="val 1052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2A37BAFE-A374-6719-4FF0-F58835C7E5D1}"/>
              </a:ext>
            </a:extLst>
          </p:cNvPr>
          <p:cNvSpPr/>
          <p:nvPr/>
        </p:nvSpPr>
        <p:spPr>
          <a:xfrm>
            <a:off x="1353599" y="2803641"/>
            <a:ext cx="7894286" cy="307284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Snip Same Side Corner Rectangle 104">
            <a:extLst>
              <a:ext uri="{FF2B5EF4-FFF2-40B4-BE49-F238E27FC236}">
                <a16:creationId xmlns:a16="http://schemas.microsoft.com/office/drawing/2014/main" id="{DD32099E-4279-1BB3-A59B-1FFD1A145CD3}"/>
              </a:ext>
            </a:extLst>
          </p:cNvPr>
          <p:cNvSpPr/>
          <p:nvPr/>
        </p:nvSpPr>
        <p:spPr>
          <a:xfrm>
            <a:off x="2392446" y="5992607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439A64-3800-B6AF-8A11-DA3422875663}"/>
              </a:ext>
            </a:extLst>
          </p:cNvPr>
          <p:cNvSpPr txBox="1"/>
          <p:nvPr/>
        </p:nvSpPr>
        <p:spPr>
          <a:xfrm>
            <a:off x="6898446" y="60452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112" name="Snip Same Side Corner Rectangle 111">
            <a:extLst>
              <a:ext uri="{FF2B5EF4-FFF2-40B4-BE49-F238E27FC236}">
                <a16:creationId xmlns:a16="http://schemas.microsoft.com/office/drawing/2014/main" id="{60432526-10A0-22F7-8634-4A3E971DD9C0}"/>
              </a:ext>
            </a:extLst>
          </p:cNvPr>
          <p:cNvSpPr/>
          <p:nvPr/>
        </p:nvSpPr>
        <p:spPr>
          <a:xfrm>
            <a:off x="1632508" y="5992607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</a:p>
        </p:txBody>
      </p:sp>
      <p:sp>
        <p:nvSpPr>
          <p:cNvPr id="113" name="Snip Same Side Corner Rectangle 112">
            <a:extLst>
              <a:ext uri="{FF2B5EF4-FFF2-40B4-BE49-F238E27FC236}">
                <a16:creationId xmlns:a16="http://schemas.microsoft.com/office/drawing/2014/main" id="{A6F2959C-1530-BD03-73A9-BDB7FF8620BE}"/>
              </a:ext>
            </a:extLst>
          </p:cNvPr>
          <p:cNvSpPr/>
          <p:nvPr/>
        </p:nvSpPr>
        <p:spPr>
          <a:xfrm>
            <a:off x="3152384" y="5997363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2</a:t>
            </a:r>
          </a:p>
        </p:txBody>
      </p:sp>
      <p:sp>
        <p:nvSpPr>
          <p:cNvPr id="114" name="Snip Same Side Corner Rectangle 113">
            <a:extLst>
              <a:ext uri="{FF2B5EF4-FFF2-40B4-BE49-F238E27FC236}">
                <a16:creationId xmlns:a16="http://schemas.microsoft.com/office/drawing/2014/main" id="{719FFB04-73BE-7106-A594-6504F26BF576}"/>
              </a:ext>
            </a:extLst>
          </p:cNvPr>
          <p:cNvSpPr/>
          <p:nvPr/>
        </p:nvSpPr>
        <p:spPr>
          <a:xfrm>
            <a:off x="3943386" y="5992607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2</a:t>
            </a:r>
          </a:p>
        </p:txBody>
      </p:sp>
      <p:sp>
        <p:nvSpPr>
          <p:cNvPr id="115" name="Snip Same Side Corner Rectangle 114">
            <a:extLst>
              <a:ext uri="{FF2B5EF4-FFF2-40B4-BE49-F238E27FC236}">
                <a16:creationId xmlns:a16="http://schemas.microsoft.com/office/drawing/2014/main" id="{DF396C95-0D0D-7D1A-0DDC-9B565029185F}"/>
              </a:ext>
            </a:extLst>
          </p:cNvPr>
          <p:cNvSpPr/>
          <p:nvPr/>
        </p:nvSpPr>
        <p:spPr>
          <a:xfrm>
            <a:off x="4777610" y="5986957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4</a:t>
            </a:r>
          </a:p>
        </p:txBody>
      </p:sp>
      <p:sp>
        <p:nvSpPr>
          <p:cNvPr id="116" name="Snip Same Side Corner Rectangle 115">
            <a:extLst>
              <a:ext uri="{FF2B5EF4-FFF2-40B4-BE49-F238E27FC236}">
                <a16:creationId xmlns:a16="http://schemas.microsoft.com/office/drawing/2014/main" id="{F965FFF4-87AE-6A0A-2EEB-7A1EB0BBB689}"/>
              </a:ext>
            </a:extLst>
          </p:cNvPr>
          <p:cNvSpPr/>
          <p:nvPr/>
        </p:nvSpPr>
        <p:spPr>
          <a:xfrm>
            <a:off x="5611834" y="6001367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5</a:t>
            </a:r>
          </a:p>
        </p:txBody>
      </p:sp>
      <p:sp>
        <p:nvSpPr>
          <p:cNvPr id="117" name="Snip Same Side Corner Rectangle 116">
            <a:extLst>
              <a:ext uri="{FF2B5EF4-FFF2-40B4-BE49-F238E27FC236}">
                <a16:creationId xmlns:a16="http://schemas.microsoft.com/office/drawing/2014/main" id="{21A05A65-B26D-E494-C112-5D3FF6E8D1E4}"/>
              </a:ext>
            </a:extLst>
          </p:cNvPr>
          <p:cNvSpPr/>
          <p:nvPr/>
        </p:nvSpPr>
        <p:spPr>
          <a:xfrm>
            <a:off x="8455632" y="5986957"/>
            <a:ext cx="602607" cy="413191"/>
          </a:xfrm>
          <a:prstGeom prst="snip2Same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N</a:t>
            </a:r>
          </a:p>
        </p:txBody>
      </p:sp>
      <p:sp>
        <p:nvSpPr>
          <p:cNvPr id="118" name="Left Brace 117">
            <a:extLst>
              <a:ext uri="{FF2B5EF4-FFF2-40B4-BE49-F238E27FC236}">
                <a16:creationId xmlns:a16="http://schemas.microsoft.com/office/drawing/2014/main" id="{0C5BC2F0-58BF-ACA8-D69D-00DDFF9CD1F5}"/>
              </a:ext>
            </a:extLst>
          </p:cNvPr>
          <p:cNvSpPr/>
          <p:nvPr/>
        </p:nvSpPr>
        <p:spPr>
          <a:xfrm rot="16200000">
            <a:off x="5135167" y="2688416"/>
            <a:ext cx="369332" cy="760513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A25524-3DB8-19FF-BF56-3D4D865971EB}"/>
              </a:ext>
            </a:extLst>
          </p:cNvPr>
          <p:cNvSpPr txBox="1"/>
          <p:nvPr/>
        </p:nvSpPr>
        <p:spPr>
          <a:xfrm>
            <a:off x="4545993" y="6588274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sentence Input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1A556C6-EB37-2FFA-025A-92A42EC9CB74}"/>
              </a:ext>
            </a:extLst>
          </p:cNvPr>
          <p:cNvSpPr txBox="1"/>
          <p:nvPr/>
        </p:nvSpPr>
        <p:spPr>
          <a:xfrm>
            <a:off x="1699612" y="5427716"/>
            <a:ext cx="468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2AEB9CD-C11B-7351-AAEF-8F389AF6C9A8}"/>
              </a:ext>
            </a:extLst>
          </p:cNvPr>
          <p:cNvSpPr txBox="1"/>
          <p:nvPr/>
        </p:nvSpPr>
        <p:spPr>
          <a:xfrm>
            <a:off x="2503522" y="5445758"/>
            <a:ext cx="33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8D5DAEC-61DC-2F5B-63E3-7E4F8CFD12F1}"/>
              </a:ext>
            </a:extLst>
          </p:cNvPr>
          <p:cNvSpPr txBox="1"/>
          <p:nvPr/>
        </p:nvSpPr>
        <p:spPr>
          <a:xfrm>
            <a:off x="3268569" y="5427151"/>
            <a:ext cx="33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EFF3DEC-254C-F2A8-1E0A-46EDBA93A9AA}"/>
              </a:ext>
            </a:extLst>
          </p:cNvPr>
          <p:cNvSpPr txBox="1"/>
          <p:nvPr/>
        </p:nvSpPr>
        <p:spPr>
          <a:xfrm>
            <a:off x="4045943" y="5428244"/>
            <a:ext cx="33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FE59B02-0F2D-20C6-B581-1C47E41577A6}"/>
              </a:ext>
            </a:extLst>
          </p:cNvPr>
          <p:cNvSpPr txBox="1"/>
          <p:nvPr/>
        </p:nvSpPr>
        <p:spPr>
          <a:xfrm>
            <a:off x="4896253" y="5445758"/>
            <a:ext cx="33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0C444E3-E7C1-4F33-1B48-562EE00AD62A}"/>
              </a:ext>
            </a:extLst>
          </p:cNvPr>
          <p:cNvSpPr txBox="1"/>
          <p:nvPr/>
        </p:nvSpPr>
        <p:spPr>
          <a:xfrm>
            <a:off x="5747984" y="5421277"/>
            <a:ext cx="33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864DA0B-4553-0D8D-0C3A-182D42744B20}"/>
              </a:ext>
            </a:extLst>
          </p:cNvPr>
          <p:cNvSpPr txBox="1"/>
          <p:nvPr/>
        </p:nvSpPr>
        <p:spPr>
          <a:xfrm>
            <a:off x="8585086" y="5416983"/>
            <a:ext cx="352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4402F51-7470-DE56-D5AD-9104ADE48ECA}"/>
              </a:ext>
            </a:extLst>
          </p:cNvPr>
          <p:cNvCxnSpPr>
            <a:stCxn id="112" idx="3"/>
            <a:endCxn id="122" idx="2"/>
          </p:cNvCxnSpPr>
          <p:nvPr/>
        </p:nvCxnSpPr>
        <p:spPr>
          <a:xfrm flipH="1" flipV="1">
            <a:off x="1933811" y="5704715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0EDB112-4F5E-1F8F-72D2-D4FE3B58FE70}"/>
              </a:ext>
            </a:extLst>
          </p:cNvPr>
          <p:cNvCxnSpPr/>
          <p:nvPr/>
        </p:nvCxnSpPr>
        <p:spPr>
          <a:xfrm flipH="1" flipV="1">
            <a:off x="2669242" y="5688982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166CF6C-343E-02CA-D11B-47C1F7C2C9E6}"/>
              </a:ext>
            </a:extLst>
          </p:cNvPr>
          <p:cNvCxnSpPr/>
          <p:nvPr/>
        </p:nvCxnSpPr>
        <p:spPr>
          <a:xfrm flipH="1" flipV="1">
            <a:off x="3433839" y="5688982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ADDAEFD-1F69-C780-36C2-D23E781B0C37}"/>
              </a:ext>
            </a:extLst>
          </p:cNvPr>
          <p:cNvCxnSpPr/>
          <p:nvPr/>
        </p:nvCxnSpPr>
        <p:spPr>
          <a:xfrm flipH="1" flipV="1">
            <a:off x="4209791" y="5678440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61CB80A-F896-C698-A413-CEDC5497D76D}"/>
              </a:ext>
            </a:extLst>
          </p:cNvPr>
          <p:cNvCxnSpPr/>
          <p:nvPr/>
        </p:nvCxnSpPr>
        <p:spPr>
          <a:xfrm flipH="1" flipV="1">
            <a:off x="5061523" y="5704150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BDE34BC-278B-CCB5-FD57-1F1197378BB8}"/>
              </a:ext>
            </a:extLst>
          </p:cNvPr>
          <p:cNvCxnSpPr/>
          <p:nvPr/>
        </p:nvCxnSpPr>
        <p:spPr>
          <a:xfrm flipH="1" flipV="1">
            <a:off x="5886617" y="5690247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EB085BB5-1F67-FC2E-BC61-A94456ECDB5F}"/>
              </a:ext>
            </a:extLst>
          </p:cNvPr>
          <p:cNvCxnSpPr/>
          <p:nvPr/>
        </p:nvCxnSpPr>
        <p:spPr>
          <a:xfrm flipH="1" flipV="1">
            <a:off x="8751776" y="5687042"/>
            <a:ext cx="1" cy="28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9E9C1F3F-BF7D-A6D0-64FE-DA31F2C78D85}"/>
              </a:ext>
            </a:extLst>
          </p:cNvPr>
          <p:cNvSpPr/>
          <p:nvPr/>
        </p:nvSpPr>
        <p:spPr>
          <a:xfrm>
            <a:off x="1606967" y="4840786"/>
            <a:ext cx="7425731" cy="4559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ATTENTION LAYER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9BE2615-258D-0726-A0ED-7D8563793517}"/>
              </a:ext>
            </a:extLst>
          </p:cNvPr>
          <p:cNvCxnSpPr>
            <a:cxnSpLocks/>
          </p:cNvCxnSpPr>
          <p:nvPr/>
        </p:nvCxnSpPr>
        <p:spPr>
          <a:xfrm flipV="1">
            <a:off x="1953242" y="5357507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CF97C81-712E-996E-D9BF-3F18BEEBB180}"/>
              </a:ext>
            </a:extLst>
          </p:cNvPr>
          <p:cNvCxnSpPr>
            <a:cxnSpLocks/>
          </p:cNvCxnSpPr>
          <p:nvPr/>
        </p:nvCxnSpPr>
        <p:spPr>
          <a:xfrm flipV="1">
            <a:off x="2630958" y="5317827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40B3792-BEC1-671F-A8DA-F6AD6E4365A8}"/>
              </a:ext>
            </a:extLst>
          </p:cNvPr>
          <p:cNvCxnSpPr>
            <a:cxnSpLocks/>
          </p:cNvCxnSpPr>
          <p:nvPr/>
        </p:nvCxnSpPr>
        <p:spPr>
          <a:xfrm flipV="1">
            <a:off x="4209791" y="5296755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8BD435D-5986-5E87-7B47-650863DCB119}"/>
              </a:ext>
            </a:extLst>
          </p:cNvPr>
          <p:cNvCxnSpPr>
            <a:cxnSpLocks/>
          </p:cNvCxnSpPr>
          <p:nvPr/>
        </p:nvCxnSpPr>
        <p:spPr>
          <a:xfrm flipV="1">
            <a:off x="3433839" y="5296755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B7270D5-8513-35F4-3423-225180E64023}"/>
              </a:ext>
            </a:extLst>
          </p:cNvPr>
          <p:cNvCxnSpPr>
            <a:cxnSpLocks/>
          </p:cNvCxnSpPr>
          <p:nvPr/>
        </p:nvCxnSpPr>
        <p:spPr>
          <a:xfrm flipV="1">
            <a:off x="5061523" y="5317827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F37AE3F-88DE-D682-84F8-896BF08862F8}"/>
              </a:ext>
            </a:extLst>
          </p:cNvPr>
          <p:cNvCxnSpPr>
            <a:cxnSpLocks/>
          </p:cNvCxnSpPr>
          <p:nvPr/>
        </p:nvCxnSpPr>
        <p:spPr>
          <a:xfrm flipV="1">
            <a:off x="5873527" y="5302514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BEB4E81-87C0-013A-B1E1-246C6FCCE470}"/>
              </a:ext>
            </a:extLst>
          </p:cNvPr>
          <p:cNvCxnSpPr>
            <a:cxnSpLocks/>
          </p:cNvCxnSpPr>
          <p:nvPr/>
        </p:nvCxnSpPr>
        <p:spPr>
          <a:xfrm flipV="1">
            <a:off x="8787161" y="5294095"/>
            <a:ext cx="0" cy="18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Snip Same Side Corner Rectangle 161">
            <a:extLst>
              <a:ext uri="{FF2B5EF4-FFF2-40B4-BE49-F238E27FC236}">
                <a16:creationId xmlns:a16="http://schemas.microsoft.com/office/drawing/2014/main" id="{D520DC7C-D0D5-DB8E-5569-DF9E281F44A7}"/>
              </a:ext>
            </a:extLst>
          </p:cNvPr>
          <p:cNvSpPr/>
          <p:nvPr/>
        </p:nvSpPr>
        <p:spPr>
          <a:xfrm>
            <a:off x="1630248" y="3155374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694DCCDE-16D2-D267-C18B-10A2B9D8BF09}"/>
              </a:ext>
            </a:extLst>
          </p:cNvPr>
          <p:cNvSpPr/>
          <p:nvPr/>
        </p:nvSpPr>
        <p:spPr>
          <a:xfrm>
            <a:off x="1753062" y="4429408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103FBCF-5DEF-20E2-0F55-3D965C5A8CE5}"/>
              </a:ext>
            </a:extLst>
          </p:cNvPr>
          <p:cNvSpPr/>
          <p:nvPr/>
        </p:nvSpPr>
        <p:spPr>
          <a:xfrm>
            <a:off x="2468352" y="4425796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AA84CEB4-CA54-D51A-2CC6-7971C9DF2F7B}"/>
              </a:ext>
            </a:extLst>
          </p:cNvPr>
          <p:cNvSpPr/>
          <p:nvPr/>
        </p:nvSpPr>
        <p:spPr>
          <a:xfrm>
            <a:off x="3220178" y="4424978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32E8B7C-59E9-0FDC-1CA2-8B9F7802B5C5}"/>
              </a:ext>
            </a:extLst>
          </p:cNvPr>
          <p:cNvSpPr/>
          <p:nvPr/>
        </p:nvSpPr>
        <p:spPr>
          <a:xfrm>
            <a:off x="4065606" y="4424978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EAFD19C8-E415-53D7-5EE3-44C641AA0C74}"/>
              </a:ext>
            </a:extLst>
          </p:cNvPr>
          <p:cNvSpPr/>
          <p:nvPr/>
        </p:nvSpPr>
        <p:spPr>
          <a:xfrm>
            <a:off x="4817202" y="4431431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1CA3488A-9A73-F448-A6B7-7C51936957C7}"/>
              </a:ext>
            </a:extLst>
          </p:cNvPr>
          <p:cNvSpPr/>
          <p:nvPr/>
        </p:nvSpPr>
        <p:spPr>
          <a:xfrm>
            <a:off x="5610661" y="4429408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35ABE559-79E9-9FAC-3836-3DFF4AFB5975}"/>
              </a:ext>
            </a:extLst>
          </p:cNvPr>
          <p:cNvSpPr/>
          <p:nvPr/>
        </p:nvSpPr>
        <p:spPr>
          <a:xfrm>
            <a:off x="8425309" y="4428673"/>
            <a:ext cx="356981" cy="340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D5376F15-90ED-0A64-7334-C497CE5E32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5961" y="3931741"/>
            <a:ext cx="7061200" cy="381000"/>
          </a:xfrm>
          <a:prstGeom prst="rect">
            <a:avLst/>
          </a:prstGeom>
        </p:spPr>
      </p:pic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0320A8E-FBA0-7D6A-8018-104809C01934}"/>
              </a:ext>
            </a:extLst>
          </p:cNvPr>
          <p:cNvCxnSpPr>
            <a:cxnSpLocks/>
          </p:cNvCxnSpPr>
          <p:nvPr/>
        </p:nvCxnSpPr>
        <p:spPr>
          <a:xfrm flipV="1">
            <a:off x="1931552" y="4312741"/>
            <a:ext cx="727027" cy="105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24F0D70E-EEC4-A86F-F476-8C304DA64025}"/>
              </a:ext>
            </a:extLst>
          </p:cNvPr>
          <p:cNvCxnSpPr>
            <a:cxnSpLocks/>
          </p:cNvCxnSpPr>
          <p:nvPr/>
        </p:nvCxnSpPr>
        <p:spPr>
          <a:xfrm flipV="1">
            <a:off x="2691490" y="4308860"/>
            <a:ext cx="727027" cy="105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5BCFEFAC-E07F-17D7-C394-FEBBFBDBAED9}"/>
              </a:ext>
            </a:extLst>
          </p:cNvPr>
          <p:cNvCxnSpPr>
            <a:cxnSpLocks/>
          </p:cNvCxnSpPr>
          <p:nvPr/>
        </p:nvCxnSpPr>
        <p:spPr>
          <a:xfrm flipV="1">
            <a:off x="3451954" y="4320884"/>
            <a:ext cx="727027" cy="105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FA67AADE-6FCD-300B-2F93-4EFE15059E33}"/>
              </a:ext>
            </a:extLst>
          </p:cNvPr>
          <p:cNvCxnSpPr>
            <a:cxnSpLocks/>
          </p:cNvCxnSpPr>
          <p:nvPr/>
        </p:nvCxnSpPr>
        <p:spPr>
          <a:xfrm flipV="1">
            <a:off x="4291456" y="4320884"/>
            <a:ext cx="727027" cy="105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320662FB-5760-5998-5C16-298F60BB7FC8}"/>
              </a:ext>
            </a:extLst>
          </p:cNvPr>
          <p:cNvCxnSpPr>
            <a:cxnSpLocks/>
          </p:cNvCxnSpPr>
          <p:nvPr/>
        </p:nvCxnSpPr>
        <p:spPr>
          <a:xfrm flipV="1">
            <a:off x="5075054" y="4318287"/>
            <a:ext cx="727027" cy="105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A33BF5A-5D62-9B4C-010E-0DCD744B4526}"/>
              </a:ext>
            </a:extLst>
          </p:cNvPr>
          <p:cNvCxnSpPr>
            <a:cxnSpLocks/>
          </p:cNvCxnSpPr>
          <p:nvPr/>
        </p:nvCxnSpPr>
        <p:spPr>
          <a:xfrm flipV="1">
            <a:off x="5841354" y="4304886"/>
            <a:ext cx="2708562" cy="153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AF8CC131-8B89-DF42-944B-C2155B8CD244}"/>
              </a:ext>
            </a:extLst>
          </p:cNvPr>
          <p:cNvCxnSpPr>
            <a:cxnSpLocks/>
            <a:stCxn id="165" idx="0"/>
          </p:cNvCxnSpPr>
          <p:nvPr/>
        </p:nvCxnSpPr>
        <p:spPr>
          <a:xfrm flipH="1" flipV="1">
            <a:off x="1898641" y="4290181"/>
            <a:ext cx="748202" cy="13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89DDBFE6-3BDC-2153-04D8-C5628A6B0D1D}"/>
              </a:ext>
            </a:extLst>
          </p:cNvPr>
          <p:cNvCxnSpPr>
            <a:cxnSpLocks/>
          </p:cNvCxnSpPr>
          <p:nvPr/>
        </p:nvCxnSpPr>
        <p:spPr>
          <a:xfrm flipH="1" flipV="1">
            <a:off x="2641920" y="4309672"/>
            <a:ext cx="748202" cy="13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13946AC5-DEAA-635D-07D7-1C729F018CA7}"/>
              </a:ext>
            </a:extLst>
          </p:cNvPr>
          <p:cNvCxnSpPr>
            <a:cxnSpLocks/>
          </p:cNvCxnSpPr>
          <p:nvPr/>
        </p:nvCxnSpPr>
        <p:spPr>
          <a:xfrm flipH="1" flipV="1">
            <a:off x="3443724" y="4285596"/>
            <a:ext cx="748202" cy="13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324E801-DBBF-F7AB-AE4F-A6EF51766881}"/>
              </a:ext>
            </a:extLst>
          </p:cNvPr>
          <p:cNvCxnSpPr>
            <a:cxnSpLocks/>
          </p:cNvCxnSpPr>
          <p:nvPr/>
        </p:nvCxnSpPr>
        <p:spPr>
          <a:xfrm flipH="1" flipV="1">
            <a:off x="4304401" y="4285280"/>
            <a:ext cx="748202" cy="13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CF16738F-B1DE-341C-2498-D897EB87350E}"/>
              </a:ext>
            </a:extLst>
          </p:cNvPr>
          <p:cNvCxnSpPr>
            <a:cxnSpLocks/>
          </p:cNvCxnSpPr>
          <p:nvPr/>
        </p:nvCxnSpPr>
        <p:spPr>
          <a:xfrm flipH="1" flipV="1">
            <a:off x="5005899" y="4297151"/>
            <a:ext cx="748202" cy="13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A383D8C5-A862-F164-8CDD-2B59B8C71165}"/>
              </a:ext>
            </a:extLst>
          </p:cNvPr>
          <p:cNvCxnSpPr>
            <a:cxnSpLocks/>
            <a:stCxn id="170" idx="0"/>
          </p:cNvCxnSpPr>
          <p:nvPr/>
        </p:nvCxnSpPr>
        <p:spPr>
          <a:xfrm flipH="1" flipV="1">
            <a:off x="8589189" y="4289839"/>
            <a:ext cx="14611" cy="138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B333A347-887E-AEA2-6CEA-6A45B7DDFE02}"/>
              </a:ext>
            </a:extLst>
          </p:cNvPr>
          <p:cNvCxnSpPr>
            <a:cxnSpLocks/>
          </p:cNvCxnSpPr>
          <p:nvPr/>
        </p:nvCxnSpPr>
        <p:spPr>
          <a:xfrm flipH="1" flipV="1">
            <a:off x="5817817" y="4317887"/>
            <a:ext cx="2778677" cy="115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nip Same Side Corner Rectangle 220">
            <a:extLst>
              <a:ext uri="{FF2B5EF4-FFF2-40B4-BE49-F238E27FC236}">
                <a16:creationId xmlns:a16="http://schemas.microsoft.com/office/drawing/2014/main" id="{B9BDBA25-2C52-A7E3-11DF-9201AA0A820B}"/>
              </a:ext>
            </a:extLst>
          </p:cNvPr>
          <p:cNvSpPr/>
          <p:nvPr/>
        </p:nvSpPr>
        <p:spPr>
          <a:xfrm>
            <a:off x="2357276" y="3152212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2" name="Snip Same Side Corner Rectangle 221">
            <a:extLst>
              <a:ext uri="{FF2B5EF4-FFF2-40B4-BE49-F238E27FC236}">
                <a16:creationId xmlns:a16="http://schemas.microsoft.com/office/drawing/2014/main" id="{7E35F17B-1DE0-15BD-256C-790FF3CCF693}"/>
              </a:ext>
            </a:extLst>
          </p:cNvPr>
          <p:cNvSpPr/>
          <p:nvPr/>
        </p:nvSpPr>
        <p:spPr>
          <a:xfrm>
            <a:off x="3064907" y="3163710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3" name="Snip Same Side Corner Rectangle 222">
            <a:extLst>
              <a:ext uri="{FF2B5EF4-FFF2-40B4-BE49-F238E27FC236}">
                <a16:creationId xmlns:a16="http://schemas.microsoft.com/office/drawing/2014/main" id="{03BA2C85-E1B9-F340-4293-6533C206E877}"/>
              </a:ext>
            </a:extLst>
          </p:cNvPr>
          <p:cNvSpPr/>
          <p:nvPr/>
        </p:nvSpPr>
        <p:spPr>
          <a:xfrm>
            <a:off x="3834361" y="3174493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4" name="Snip Same Side Corner Rectangle 223">
            <a:extLst>
              <a:ext uri="{FF2B5EF4-FFF2-40B4-BE49-F238E27FC236}">
                <a16:creationId xmlns:a16="http://schemas.microsoft.com/office/drawing/2014/main" id="{C8AE7040-B700-3698-17DD-147B9D8CC844}"/>
              </a:ext>
            </a:extLst>
          </p:cNvPr>
          <p:cNvSpPr/>
          <p:nvPr/>
        </p:nvSpPr>
        <p:spPr>
          <a:xfrm>
            <a:off x="4589016" y="3179431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25" name="Snip Same Side Corner Rectangle 224">
            <a:extLst>
              <a:ext uri="{FF2B5EF4-FFF2-40B4-BE49-F238E27FC236}">
                <a16:creationId xmlns:a16="http://schemas.microsoft.com/office/drawing/2014/main" id="{1C3DEF06-34FC-8ABA-1387-D217BAA6C616}"/>
              </a:ext>
            </a:extLst>
          </p:cNvPr>
          <p:cNvSpPr/>
          <p:nvPr/>
        </p:nvSpPr>
        <p:spPr>
          <a:xfrm>
            <a:off x="5380000" y="3161763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26" name="Snip Same Side Corner Rectangle 225">
            <a:extLst>
              <a:ext uri="{FF2B5EF4-FFF2-40B4-BE49-F238E27FC236}">
                <a16:creationId xmlns:a16="http://schemas.microsoft.com/office/drawing/2014/main" id="{2AFAE37C-3932-2144-00D6-47F8271FD297}"/>
              </a:ext>
            </a:extLst>
          </p:cNvPr>
          <p:cNvSpPr/>
          <p:nvPr/>
        </p:nvSpPr>
        <p:spPr>
          <a:xfrm>
            <a:off x="8287885" y="3148460"/>
            <a:ext cx="602607" cy="413191"/>
          </a:xfrm>
          <a:prstGeom prst="snip2Same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2DA76DC-5213-275F-C7E1-A9FEE84EE0CB}"/>
              </a:ext>
            </a:extLst>
          </p:cNvPr>
          <p:cNvSpPr txBox="1"/>
          <p:nvPr/>
        </p:nvSpPr>
        <p:spPr>
          <a:xfrm>
            <a:off x="6894202" y="54204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ABD0693-5AA4-F2E1-C85A-A81FE0F27823}"/>
              </a:ext>
            </a:extLst>
          </p:cNvPr>
          <p:cNvSpPr txBox="1"/>
          <p:nvPr/>
        </p:nvSpPr>
        <p:spPr>
          <a:xfrm>
            <a:off x="6863276" y="324611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450AE45F-C9B7-5909-75FE-6787316B6062}"/>
              </a:ext>
            </a:extLst>
          </p:cNvPr>
          <p:cNvCxnSpPr>
            <a:cxnSpLocks/>
          </p:cNvCxnSpPr>
          <p:nvPr/>
        </p:nvCxnSpPr>
        <p:spPr>
          <a:xfrm flipV="1">
            <a:off x="1906372" y="3587587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425A7BD9-DBC7-B096-320E-EE871A47BA7A}"/>
              </a:ext>
            </a:extLst>
          </p:cNvPr>
          <p:cNvCxnSpPr>
            <a:cxnSpLocks/>
          </p:cNvCxnSpPr>
          <p:nvPr/>
        </p:nvCxnSpPr>
        <p:spPr>
          <a:xfrm flipV="1">
            <a:off x="2633622" y="3576901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7A1E4D9E-440F-1625-06C3-9893C55D582B}"/>
              </a:ext>
            </a:extLst>
          </p:cNvPr>
          <p:cNvCxnSpPr>
            <a:cxnSpLocks/>
          </p:cNvCxnSpPr>
          <p:nvPr/>
        </p:nvCxnSpPr>
        <p:spPr>
          <a:xfrm flipV="1">
            <a:off x="3376843" y="3587587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FD8B940B-88DA-A013-293A-F3F9A1236459}"/>
              </a:ext>
            </a:extLst>
          </p:cNvPr>
          <p:cNvCxnSpPr>
            <a:cxnSpLocks/>
          </p:cNvCxnSpPr>
          <p:nvPr/>
        </p:nvCxnSpPr>
        <p:spPr>
          <a:xfrm flipV="1">
            <a:off x="4209452" y="3587587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24AA4B5C-B386-2623-A631-EA0F5A1A25FD}"/>
              </a:ext>
            </a:extLst>
          </p:cNvPr>
          <p:cNvCxnSpPr>
            <a:cxnSpLocks/>
          </p:cNvCxnSpPr>
          <p:nvPr/>
        </p:nvCxnSpPr>
        <p:spPr>
          <a:xfrm flipV="1">
            <a:off x="4973323" y="3587587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06C19666-C859-8458-0B10-B21F5F14214E}"/>
              </a:ext>
            </a:extLst>
          </p:cNvPr>
          <p:cNvCxnSpPr>
            <a:cxnSpLocks/>
          </p:cNvCxnSpPr>
          <p:nvPr/>
        </p:nvCxnSpPr>
        <p:spPr>
          <a:xfrm flipV="1">
            <a:off x="5765186" y="3587587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C56E1250-E73E-5283-2293-1DD3364E1A31}"/>
              </a:ext>
            </a:extLst>
          </p:cNvPr>
          <p:cNvCxnSpPr>
            <a:cxnSpLocks/>
          </p:cNvCxnSpPr>
          <p:nvPr/>
        </p:nvCxnSpPr>
        <p:spPr>
          <a:xfrm flipV="1">
            <a:off x="8603799" y="3587587"/>
            <a:ext cx="0" cy="34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4C16B5D1-52FA-8985-20EC-934EBDF493EB}"/>
              </a:ext>
            </a:extLst>
          </p:cNvPr>
          <p:cNvSpPr txBox="1"/>
          <p:nvPr/>
        </p:nvSpPr>
        <p:spPr>
          <a:xfrm>
            <a:off x="6842361" y="434598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AB325B26-1886-E9F9-56B1-29C7909F29B2}"/>
              </a:ext>
            </a:extLst>
          </p:cNvPr>
          <p:cNvCxnSpPr>
            <a:cxnSpLocks/>
          </p:cNvCxnSpPr>
          <p:nvPr/>
        </p:nvCxnSpPr>
        <p:spPr>
          <a:xfrm>
            <a:off x="10928994" y="2400657"/>
            <a:ext cx="0" cy="214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A969EABB-18D1-0E64-4137-0EFDF140E91A}"/>
              </a:ext>
            </a:extLst>
          </p:cNvPr>
          <p:cNvSpPr txBox="1"/>
          <p:nvPr/>
        </p:nvSpPr>
        <p:spPr>
          <a:xfrm>
            <a:off x="10614023" y="3045078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</a:t>
            </a:r>
          </a:p>
        </p:txBody>
      </p:sp>
      <p:graphicFrame>
        <p:nvGraphicFramePr>
          <p:cNvPr id="263" name="Table 262">
            <a:extLst>
              <a:ext uri="{FF2B5EF4-FFF2-40B4-BE49-F238E27FC236}">
                <a16:creationId xmlns:a16="http://schemas.microsoft.com/office/drawing/2014/main" id="{71437F0A-A6CC-19FD-35E4-F1C6C6F19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34334"/>
              </p:ext>
            </p:extLst>
          </p:nvPr>
        </p:nvGraphicFramePr>
        <p:xfrm>
          <a:off x="10477597" y="3317603"/>
          <a:ext cx="965634" cy="110606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634">
                  <a:extLst>
                    <a:ext uri="{9D8B030D-6E8A-4147-A177-3AD203B41FA5}">
                      <a16:colId xmlns:a16="http://schemas.microsoft.com/office/drawing/2014/main" val="2216059937"/>
                    </a:ext>
                  </a:extLst>
                </a:gridCol>
              </a:tblGrid>
              <a:tr h="36868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47588"/>
                  </a:ext>
                </a:extLst>
              </a:tr>
              <a:tr h="36868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985596"/>
                  </a:ext>
                </a:extLst>
              </a:tr>
              <a:tr h="36868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123564"/>
                  </a:ext>
                </a:extLst>
              </a:tr>
            </a:tbl>
          </a:graphicData>
        </a:graphic>
      </p:graphicFrame>
      <p:pic>
        <p:nvPicPr>
          <p:cNvPr id="266" name="Picture 265">
            <a:extLst>
              <a:ext uri="{FF2B5EF4-FFF2-40B4-BE49-F238E27FC236}">
                <a16:creationId xmlns:a16="http://schemas.microsoft.com/office/drawing/2014/main" id="{FB6E41B4-BE5E-8A5C-3125-2E67A5B13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9841" y="2558853"/>
            <a:ext cx="309047" cy="301509"/>
          </a:xfrm>
          <a:prstGeom prst="rect">
            <a:avLst/>
          </a:prstGeom>
        </p:spPr>
      </p:pic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49672822-F8A6-56B8-66FF-1B7D168A6031}"/>
              </a:ext>
            </a:extLst>
          </p:cNvPr>
          <p:cNvCxnSpPr>
            <a:stCxn id="262" idx="0"/>
            <a:endCxn id="266" idx="2"/>
          </p:cNvCxnSpPr>
          <p:nvPr/>
        </p:nvCxnSpPr>
        <p:spPr>
          <a:xfrm flipV="1">
            <a:off x="10924365" y="2860362"/>
            <a:ext cx="0" cy="184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6FC6541-55A8-9B28-0B10-38737EFE6F71}"/>
              </a:ext>
            </a:extLst>
          </p:cNvPr>
          <p:cNvCxnSpPr>
            <a:cxnSpLocks/>
          </p:cNvCxnSpPr>
          <p:nvPr/>
        </p:nvCxnSpPr>
        <p:spPr>
          <a:xfrm flipV="1">
            <a:off x="1931551" y="2964412"/>
            <a:ext cx="0" cy="169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655F9536-B320-6E10-9064-8AFC69E3F3E0}"/>
              </a:ext>
            </a:extLst>
          </p:cNvPr>
          <p:cNvSpPr txBox="1"/>
          <p:nvPr/>
        </p:nvSpPr>
        <p:spPr>
          <a:xfrm>
            <a:off x="1552952" y="2776862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</a:t>
            </a:r>
          </a:p>
        </p:txBody>
      </p:sp>
      <p:graphicFrame>
        <p:nvGraphicFramePr>
          <p:cNvPr id="274" name="Table 273">
            <a:extLst>
              <a:ext uri="{FF2B5EF4-FFF2-40B4-BE49-F238E27FC236}">
                <a16:creationId xmlns:a16="http://schemas.microsoft.com/office/drawing/2014/main" id="{55EB2EC6-D00C-6367-368E-7E0DDFEC7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93588"/>
              </p:ext>
            </p:extLst>
          </p:nvPr>
        </p:nvGraphicFramePr>
        <p:xfrm>
          <a:off x="48557" y="289891"/>
          <a:ext cx="3441152" cy="34741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01410">
                  <a:extLst>
                    <a:ext uri="{9D8B030D-6E8A-4147-A177-3AD203B41FA5}">
                      <a16:colId xmlns:a16="http://schemas.microsoft.com/office/drawing/2014/main" val="4055262684"/>
                    </a:ext>
                  </a:extLst>
                </a:gridCol>
                <a:gridCol w="501805">
                  <a:extLst>
                    <a:ext uri="{9D8B030D-6E8A-4147-A177-3AD203B41FA5}">
                      <a16:colId xmlns:a16="http://schemas.microsoft.com/office/drawing/2014/main" val="3611997656"/>
                    </a:ext>
                  </a:extLst>
                </a:gridCol>
                <a:gridCol w="702527">
                  <a:extLst>
                    <a:ext uri="{9D8B030D-6E8A-4147-A177-3AD203B41FA5}">
                      <a16:colId xmlns:a16="http://schemas.microsoft.com/office/drawing/2014/main" val="3850107864"/>
                    </a:ext>
                  </a:extLst>
                </a:gridCol>
                <a:gridCol w="1335410">
                  <a:extLst>
                    <a:ext uri="{9D8B030D-6E8A-4147-A177-3AD203B41FA5}">
                      <a16:colId xmlns:a16="http://schemas.microsoft.com/office/drawing/2014/main" val="3404107322"/>
                    </a:ext>
                  </a:extLst>
                </a:gridCol>
              </a:tblGrid>
              <a:tr h="34741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 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859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37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51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Lebaku, Prathyush Kumar Reddy</dc:creator>
  <cp:lastModifiedBy>Lebaku, Prathyush Kumar Reddy</cp:lastModifiedBy>
  <cp:revision>5</cp:revision>
  <dcterms:created xsi:type="dcterms:W3CDTF">2025-03-21T14:40:04Z</dcterms:created>
  <dcterms:modified xsi:type="dcterms:W3CDTF">2025-03-31T18:47:41Z</dcterms:modified>
</cp:coreProperties>
</file>